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4" d="100"/>
          <a:sy n="74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F6524FF-F63B-4248-BD16-018A87655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Book2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F540C9C4-32A5-48A9-A140-D91EC8D49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10-05-2025 15:16:38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0A7F51A5-0884-4AB9-8E68-0A6A1DDCD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3" y="-76775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Book2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Divjot Singh</dc:creator>
  <cp:lastModifiedBy>Divjot Singh</cp:lastModifiedBy>
  <cp:revision>2</cp:revision>
  <dcterms:created xsi:type="dcterms:W3CDTF">2025-05-10T09:46:38Z</dcterms:created>
  <dcterms:modified xsi:type="dcterms:W3CDTF">2025-06-09T05:20:57Z</dcterms:modified>
</cp:coreProperties>
</file>